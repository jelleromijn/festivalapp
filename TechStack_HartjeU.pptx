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03228">
              <a:alpha val="20000"/>
            </a:srgbClr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F03228">
              <a:alpha val="12000"/>
            </a:srgbClr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3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HartjeU Festival App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Gebruikte technologieën &amp; werkwijze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029200" cy="0"/>
          </a:xfrm>
          <a:prstGeom prst="line">
            <a:avLst/>
          </a:prstGeom>
          <a:noFill/>
          <a:ln w="19050">
            <a:solidFill>
              <a:srgbClr val="F032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React · PHP · MySQL · PWA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Architectuur — hoe het geheel werkt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3474720"/>
          </a:xfrm>
          <a:prstGeom prst="rect">
            <a:avLst/>
          </a:prstGeom>
          <a:solidFill>
            <a:srgbClr val="1A1A2E"/>
          </a:solidFill>
          <a:ln w="25400">
            <a:solidFill>
              <a:srgbClr val="F03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73152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" y="160020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(React 18)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Statische export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51760" cy="3474720"/>
          </a:xfrm>
          <a:prstGeom prst="rect">
            <a:avLst/>
          </a:prstGeom>
          <a:solidFill>
            <a:srgbClr val="1A1A2E"/>
          </a:solidFill>
          <a:ln w="2540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68680"/>
            <a:ext cx="2651760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005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55848" y="160020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REST-endpoints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artists · schedule · info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 · upload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651760" cy="3474720"/>
          </a:xfrm>
          <a:prstGeom prst="rect">
            <a:avLst/>
          </a:prstGeom>
          <a:solidFill>
            <a:srgbClr val="1A1A2E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65176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005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36208" y="160020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Artisten, schema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locaties, biografie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035808" y="2606040"/>
            <a:ext cx="182880" cy="0"/>
          </a:xfrm>
          <a:prstGeom prst="line">
            <a:avLst/>
          </a:prstGeom>
          <a:noFill/>
          <a:ln w="19050">
            <a:solidFill>
              <a:srgbClr val="9B9B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0088" y="2423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9BB4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44368" y="28163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B4"/>
                </a:solidFill>
              </a:rPr>
              <a:t>HTTP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16168" y="2606040"/>
            <a:ext cx="182880" cy="0"/>
          </a:xfrm>
          <a:prstGeom prst="line">
            <a:avLst/>
          </a:prstGeom>
          <a:noFill/>
          <a:ln w="19050">
            <a:solidFill>
              <a:srgbClr val="9B9B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2423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9BB4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24728" y="28163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B4"/>
                </a:solidFill>
              </a:rPr>
              <a:t>SQL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frontend bouwt naar statische HTML/JS bestanden. Geen server nodig — gehost als gewone bestanden.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14 &amp; React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pagina is een eigen map in /app — schedule, map, info, admin.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54864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Statische export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build + output: 'export' genereert puur HTML/CSS/JS. Geen Node-server vereist op de host.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54864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components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2278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client' markeert interactieve onderdelen. De rest is standaard server-component.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54864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86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233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AppContext beheert taal en thema globaal. Opgeslagen in localStorage, gelezen bij eerste render.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868680"/>
            <a:ext cx="3749040" cy="3977640"/>
          </a:xfrm>
          <a:prstGeom prst="rect">
            <a:avLst/>
          </a:prstGeom>
          <a:solidFill>
            <a:srgbClr val="1A1A2E"/>
          </a:solidFill>
          <a:ln w="1905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868680"/>
            <a:ext cx="3749040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987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Pagina-structuur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66360" y="1508760"/>
            <a:ext cx="3474720" cy="51206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563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3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1563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welkomspagina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6360" y="2130552"/>
            <a:ext cx="3474720" cy="51206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2185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3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21854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 per dag &amp; podium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2752344"/>
            <a:ext cx="3474720" cy="51206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2807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3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2807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festivalkaart (SVG)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3374136"/>
            <a:ext cx="3474720" cy="51206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3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/info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093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Praktische festivinfo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3995928"/>
            <a:ext cx="3474720" cy="51206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4050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3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0936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Beheerders paneel (NetworkOnly)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Progressive Web App (PWA)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560320" cy="201168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Werkt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installeerbaar als 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868680"/>
            <a:ext cx="5577840" cy="694944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868680"/>
            <a:ext cx="54864" cy="69494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235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197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@ducanh2912/next-pwa genereert automatisch een Workbox-based SW.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673352"/>
            <a:ext cx="5577840" cy="694944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673352"/>
            <a:ext cx="54864" cy="69494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7282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strategie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0025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NetworkFirst (1u cache). Admin: NetworkOnly. Overige assets: precache.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54680" y="2478024"/>
            <a:ext cx="5577840" cy="694944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2478024"/>
            <a:ext cx="54864" cy="69494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532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busting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SW-activering worden alle runtime-caches (niet precache) gewist — geen stale JS/HTML.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54680" y="3282696"/>
            <a:ext cx="5577840" cy="694944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3282696"/>
            <a:ext cx="54864" cy="69494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337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Manifest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3611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manifest.webmanifest met iconen, naam en themakleur — installeerbaar op iOS &amp; Android.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54680" y="4087368"/>
            <a:ext cx="5577840" cy="694944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4087368"/>
            <a:ext cx="54864" cy="69494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1422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update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44165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ServiceWorkerUpdater detecteert nieuwe SW-versie en laat de gebruiker de pagina herladen.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PHP REST-API &amp; MySQL Database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97764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0233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PHP Endpoints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374904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91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/api/artists.php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810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Artiestenlijst, bio's, foto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374904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311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/api/schedule.php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4505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 per dag/podium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16352"/>
            <a:ext cx="374904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71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/api/info.php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3090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Festivalteksten &amp; praktisch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374904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/api/locations.php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3730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Podia &amp; GPS-coördinaten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096512"/>
            <a:ext cx="374904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151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/api/upload.php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4370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Beheerpaneel: data uploaden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868680"/>
            <a:ext cx="4023360" cy="3977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868680"/>
            <a:ext cx="402336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 Tabellen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1536192"/>
            <a:ext cx="374904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65192" y="1865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bio_nl, bio_en, photo_url, stage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322576"/>
            <a:ext cx="374904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2386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65192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artist_id, day, stage, start_time, end_time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108960"/>
            <a:ext cx="374904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172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65192" y="3438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lat, lng, description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3895344"/>
            <a:ext cx="374904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65192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section, content_nl, content_en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— Meertaligheid, Thema &amp; Navigatie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783080"/>
          </a:xfrm>
          <a:prstGeom prst="rect">
            <a:avLst/>
          </a:prstGeom>
          <a:solidFill>
            <a:srgbClr val="1A1A2E"/>
          </a:solidFill>
          <a:ln w="19050">
            <a:solidFill>
              <a:srgbClr val="F03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023360" cy="64008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Meertaligheid (NL/EN)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LanguageSwitcher component schakelt via AppContext tussen NL en EN.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Voorkeur opgeslagen in localStorage.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lang-attribuut wordt direct bijgewerkt.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023360" cy="1783080"/>
          </a:xfrm>
          <a:prstGeom prst="rect">
            <a:avLst/>
          </a:prstGeom>
          <a:solidFill>
            <a:srgbClr val="1A1A2E"/>
          </a:solidFill>
          <a:ln w="1905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023360" cy="6400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78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Dark / Light Mode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139903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ThemeToggle schakelt via AppContext.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Flicker-preventie via inline script in &lt;head&gt; — thema wordt gelezen vóór React hydreert.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data-theme op &lt;html&gt; stuurt CSS custom properties aan.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023360" cy="1783080"/>
          </a:xfrm>
          <a:prstGeom prst="rect">
            <a:avLst/>
          </a:prstGeom>
          <a:solidFill>
            <a:srgbClr val="1A1A2E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402336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44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Bottom Navigation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Vaste onderste navigatiebalk met 4 tabs: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· Programma · Kaart · Info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state via usePathname() uit Next.js router.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23360" cy="1783080"/>
          </a:xfrm>
          <a:prstGeom prst="rect">
            <a:avLst/>
          </a:prstGeom>
          <a:solidFill>
            <a:srgbClr val="1A1A2E"/>
          </a:solidFill>
          <a:ln w="19050">
            <a:solidFill>
              <a:srgbClr val="FFB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4023360" cy="64008"/>
          </a:xfrm>
          <a:prstGeom prst="rect">
            <a:avLst/>
          </a:prstGeom>
          <a:solidFill>
            <a:srgbClr val="FFBE0B"/>
          </a:solidFill>
          <a:ln w="12700">
            <a:solidFill>
              <a:srgbClr val="FFB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44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Custom Properties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92040" y="336499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kleuren en spacings via CSS-variabelen (--color-bg, --color-primary, etc).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Globals.css + admin.module.css.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externe UI-library — puur eigen CSS.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Werkwijze &amp;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05840" y="914400"/>
            <a:ext cx="822960" cy="822960"/>
          </a:xfrm>
          <a:prstGeom prst="ellipse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92024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Ontwikkelen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dev in /frontend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uitgeschakeld in development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04288" y="1005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3228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182112" y="914400"/>
            <a:ext cx="822960" cy="822960"/>
          </a:xfrm>
          <a:prstGeom prst="ellipse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542032" y="1920240"/>
            <a:ext cx="192024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33472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Bouwen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33472" y="24871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build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Statische export naar /out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1005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322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358384" y="914400"/>
            <a:ext cx="822960" cy="822960"/>
          </a:xfrm>
          <a:prstGeom prst="ellipse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8384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18304" y="1920240"/>
            <a:ext cx="192024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9744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Kopiëren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9744" y="24871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postbuild script kopieert /out naar repo-root automatisch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56832" y="1005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3228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34656" y="914400"/>
            <a:ext cx="822960" cy="822960"/>
          </a:xfrm>
          <a:prstGeom prst="ellipse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4656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894576" y="1920240"/>
            <a:ext cx="192024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86016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Uploaden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86016" y="24871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Bestanden via FTP naar webserver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index.php + api/ blijven staan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webserver hoeft alleen statische bestanden te serveren. PHP draait alleen voor de API-endpoints in /api/.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F03228">
              <a:alpha val="15000"/>
            </a:srgbClr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03228">
              <a:alpha val="12000"/>
            </a:srgbClr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Samenvatting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22960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45720" cy="51206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— App Router, statische export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8229600" cy="51206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11680"/>
            <a:ext cx="45720" cy="51206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— components, Context API, hooks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822960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06040"/>
            <a:ext cx="45720" cy="51206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@ducanh2912/next-pwa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697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— Service Worker, offline, installeerbaar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200400"/>
            <a:ext cx="8229600" cy="51206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200400"/>
            <a:ext cx="45720" cy="51206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291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REST-API — data leveren aan frontend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822960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794760"/>
            <a:ext cx="45720" cy="51206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— artisten, programma, locaties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389120"/>
            <a:ext cx="8229600" cy="51206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389120"/>
            <a:ext cx="45720" cy="512064"/>
          </a:xfrm>
          <a:prstGeom prst="rect">
            <a:avLst/>
          </a:prstGeom>
          <a:solidFill>
            <a:srgbClr val="F03228"/>
          </a:solidFill>
          <a:ln w="12700">
            <a:solidFill>
              <a:srgbClr val="F032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80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Custom Properties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4480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Theming — dark/light mode, eigen design 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Stack — HartjeU Festival App</dc:title>
  <dc:subject>PptxGenJS Presentation</dc:subject>
  <dc:creator>PptxGenJS</dc:creator>
  <cp:lastModifiedBy>PptxGenJS</cp:lastModifiedBy>
  <cp:revision>1</cp:revision>
  <dcterms:created xsi:type="dcterms:W3CDTF">2026-06-03T09:02:10Z</dcterms:created>
  <dcterms:modified xsi:type="dcterms:W3CDTF">2026-06-03T09:02:10Z</dcterms:modified>
</cp:coreProperties>
</file>